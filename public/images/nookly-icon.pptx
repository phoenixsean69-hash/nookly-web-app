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66234"/>
    <a:srgbClr val="A42B06"/>
    <a:srgbClr val="1E386B"/>
    <a:srgbClr val="3535FF"/>
    <a:srgbClr val="FE8300"/>
    <a:srgbClr val="D35F01"/>
    <a:srgbClr val="0248D5"/>
    <a:srgbClr val="024AD6"/>
    <a:srgbClr val="FFFFFF"/>
    <a:srgbClr val="DCDCD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160"/>
        <p:guide pos="3847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6" Type="http://schemas.openxmlformats.org/officeDocument/2006/relationships/tableStyles" Target="tableStyles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  <a:endParaRPr lang="en-US" dirty="0"/>
          </a:p>
        </p:txBody>
      </p:sp>
      <p:sp>
        <p:nvSpPr>
          <p:cNvPr id="16" name="Date Placeholder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8" name="Slide Number Placeholder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en-US" dirty="0"/>
              <a:t>Click to edit title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text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text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text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en-US" smtClean="0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en-US" smtClean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en-US" smtClean="0"/>
            </a:fld>
            <a:endParaRPr lang="en-US"/>
          </a:p>
        </p:txBody>
      </p:sp>
      <p:sp>
        <p:nvSpPr>
          <p:cNvPr id="9" name="Title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en-US"/>
              <a:t>Click to edit Master title style</a:t>
            </a:r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en-US" smtClean="0"/>
              <a:t>Click to edit title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s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en-US" smtClean="0"/>
              <a:t>Click to edit title</a:t>
            </a:r>
            <a:endParaRPr lang="en-US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en-US" smtClean="0"/>
            </a:fld>
            <a:endParaRPr 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63.xml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icon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75840" y="1397000"/>
            <a:ext cx="2032000" cy="2032000"/>
          </a:xfrm>
          <a:prstGeom prst="rect">
            <a:avLst/>
          </a:prstGeom>
        </p:spPr>
      </p:pic>
      <p:grpSp>
        <p:nvGrpSpPr>
          <p:cNvPr id="45" name="Group 44"/>
          <p:cNvGrpSpPr/>
          <p:nvPr/>
        </p:nvGrpSpPr>
        <p:grpSpPr>
          <a:xfrm>
            <a:off x="5620385" y="1295400"/>
            <a:ext cx="2029460" cy="2029460"/>
            <a:chOff x="8851" y="2040"/>
            <a:chExt cx="3196" cy="3196"/>
          </a:xfrm>
        </p:grpSpPr>
        <p:grpSp>
          <p:nvGrpSpPr>
            <p:cNvPr id="20" name="Group 19"/>
            <p:cNvGrpSpPr/>
            <p:nvPr/>
          </p:nvGrpSpPr>
          <p:grpSpPr>
            <a:xfrm>
              <a:off x="8851" y="2040"/>
              <a:ext cx="3197" cy="3197"/>
              <a:chOff x="8896" y="2041"/>
              <a:chExt cx="3197" cy="3197"/>
            </a:xfrm>
          </p:grpSpPr>
          <p:sp>
            <p:nvSpPr>
              <p:cNvPr id="5" name="Rounded Rectangle 4"/>
              <p:cNvSpPr/>
              <p:nvPr/>
            </p:nvSpPr>
            <p:spPr>
              <a:xfrm>
                <a:off x="8896" y="2041"/>
                <a:ext cx="3197" cy="3197"/>
              </a:xfrm>
              <a:prstGeom prst="roundRect">
                <a:avLst>
                  <a:gd name="adj" fmla="val 27402"/>
                </a:avLst>
              </a:prstGeom>
              <a:solidFill>
                <a:schemeClr val="accent1">
                  <a:lumMod val="75000"/>
                </a:schemeClr>
              </a:solidFill>
              <a:ln>
                <a:solidFill>
                  <a:srgbClr val="024AD6"/>
                </a:solidFill>
              </a:ln>
            </p:spPr>
            <p:style>
              <a:lnRef idx="0">
                <a:srgbClr val="FFFFFF"/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/>
              </a:p>
            </p:txBody>
          </p:sp>
          <p:grpSp>
            <p:nvGrpSpPr>
              <p:cNvPr id="19" name="Group 18"/>
              <p:cNvGrpSpPr/>
              <p:nvPr/>
            </p:nvGrpSpPr>
            <p:grpSpPr>
              <a:xfrm>
                <a:off x="9274" y="2041"/>
                <a:ext cx="2819" cy="2799"/>
                <a:chOff x="9274" y="2041"/>
                <a:chExt cx="2819" cy="2799"/>
              </a:xfrm>
            </p:grpSpPr>
            <p:sp>
              <p:nvSpPr>
                <p:cNvPr id="6" name="Diagonal Corners Rounded Rectangle 5"/>
                <p:cNvSpPr/>
                <p:nvPr/>
              </p:nvSpPr>
              <p:spPr>
                <a:xfrm>
                  <a:off x="9703" y="2041"/>
                  <a:ext cx="2390" cy="2402"/>
                </a:xfrm>
                <a:prstGeom prst="round2DiagRect">
                  <a:avLst>
                    <a:gd name="adj1" fmla="val 0"/>
                    <a:gd name="adj2" fmla="val 32217"/>
                  </a:avLst>
                </a:prstGeom>
                <a:solidFill>
                  <a:schemeClr val="accent1">
                    <a:lumMod val="50000"/>
                  </a:schemeClr>
                </a:solidFill>
                <a:ln>
                  <a:noFill/>
                </a:ln>
              </p:spPr>
              <p:style>
                <a:lnRef idx="0">
                  <a:srgbClr val="FFFFFF"/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en-US"/>
                </a:p>
              </p:txBody>
            </p:sp>
            <p:sp>
              <p:nvSpPr>
                <p:cNvPr id="16" name="Diagonal Corners Rounded Rectangle 15"/>
                <p:cNvSpPr/>
                <p:nvPr/>
              </p:nvSpPr>
              <p:spPr>
                <a:xfrm>
                  <a:off x="9274" y="2438"/>
                  <a:ext cx="2569" cy="2402"/>
                </a:xfrm>
                <a:prstGeom prst="round2DiagRect">
                  <a:avLst>
                    <a:gd name="adj1" fmla="val 19150"/>
                    <a:gd name="adj2" fmla="val 32217"/>
                  </a:avLst>
                </a:prstGeom>
                <a:solidFill>
                  <a:srgbClr val="1E386B"/>
                </a:solidFill>
                <a:ln>
                  <a:noFill/>
                </a:ln>
              </p:spPr>
              <p:style>
                <a:lnRef idx="0">
                  <a:srgbClr val="FFFFFF"/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44" name="Group 43"/>
            <p:cNvGrpSpPr/>
            <p:nvPr/>
          </p:nvGrpSpPr>
          <p:grpSpPr>
            <a:xfrm>
              <a:off x="9618" y="2173"/>
              <a:ext cx="2218" cy="2308"/>
              <a:chOff x="9618" y="2173"/>
              <a:chExt cx="2218" cy="2308"/>
            </a:xfrm>
          </p:grpSpPr>
          <p:grpSp>
            <p:nvGrpSpPr>
              <p:cNvPr id="36" name="Group 35"/>
              <p:cNvGrpSpPr/>
              <p:nvPr/>
            </p:nvGrpSpPr>
            <p:grpSpPr>
              <a:xfrm>
                <a:off x="10689" y="3358"/>
                <a:ext cx="476" cy="442"/>
                <a:chOff x="10801" y="3357"/>
                <a:chExt cx="621" cy="545"/>
              </a:xfrm>
            </p:grpSpPr>
            <p:sp>
              <p:nvSpPr>
                <p:cNvPr id="12" name="Rectangle 11"/>
                <p:cNvSpPr/>
                <p:nvPr/>
              </p:nvSpPr>
              <p:spPr>
                <a:xfrm>
                  <a:off x="10801" y="3357"/>
                  <a:ext cx="294" cy="254"/>
                </a:xfrm>
                <a:prstGeom prst="rect">
                  <a:avLst/>
                </a:prstGeom>
                <a:solidFill>
                  <a:schemeClr val="accent2">
                    <a:lumMod val="60000"/>
                    <a:lumOff val="40000"/>
                  </a:schemeClr>
                </a:solidFill>
                <a:ln w="31750"/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en-US"/>
                </a:p>
              </p:txBody>
            </p:sp>
            <p:sp>
              <p:nvSpPr>
                <p:cNvPr id="21" name="Rectangle 20"/>
                <p:cNvSpPr/>
                <p:nvPr/>
              </p:nvSpPr>
              <p:spPr>
                <a:xfrm>
                  <a:off x="10801" y="3648"/>
                  <a:ext cx="294" cy="254"/>
                </a:xfrm>
                <a:prstGeom prst="rect">
                  <a:avLst/>
                </a:prstGeom>
                <a:solidFill>
                  <a:schemeClr val="accent2">
                    <a:lumMod val="60000"/>
                    <a:lumOff val="40000"/>
                  </a:schemeClr>
                </a:solidFill>
                <a:ln w="31750"/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en-US"/>
                </a:p>
              </p:txBody>
            </p:sp>
            <p:sp>
              <p:nvSpPr>
                <p:cNvPr id="28" name="Rectangle 27"/>
                <p:cNvSpPr/>
                <p:nvPr/>
              </p:nvSpPr>
              <p:spPr>
                <a:xfrm>
                  <a:off x="11128" y="3357"/>
                  <a:ext cx="294" cy="254"/>
                </a:xfrm>
                <a:prstGeom prst="rect">
                  <a:avLst/>
                </a:prstGeom>
                <a:solidFill>
                  <a:schemeClr val="accent2">
                    <a:lumMod val="60000"/>
                    <a:lumOff val="40000"/>
                  </a:schemeClr>
                </a:solidFill>
                <a:ln w="31750"/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en-US"/>
                </a:p>
              </p:txBody>
            </p:sp>
            <p:sp>
              <p:nvSpPr>
                <p:cNvPr id="29" name="Rectangle 28"/>
                <p:cNvSpPr/>
                <p:nvPr/>
              </p:nvSpPr>
              <p:spPr>
                <a:xfrm>
                  <a:off x="11128" y="3648"/>
                  <a:ext cx="294" cy="254"/>
                </a:xfrm>
                <a:prstGeom prst="rect">
                  <a:avLst/>
                </a:prstGeom>
                <a:solidFill>
                  <a:schemeClr val="accent2">
                    <a:lumMod val="60000"/>
                    <a:lumOff val="40000"/>
                  </a:schemeClr>
                </a:solidFill>
                <a:ln w="31750"/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en-US"/>
                </a:p>
              </p:txBody>
            </p:sp>
          </p:grpSp>
          <p:grpSp>
            <p:nvGrpSpPr>
              <p:cNvPr id="43" name="Group 42"/>
              <p:cNvGrpSpPr/>
              <p:nvPr/>
            </p:nvGrpSpPr>
            <p:grpSpPr>
              <a:xfrm>
                <a:off x="9618" y="2173"/>
                <a:ext cx="2218" cy="2308"/>
                <a:chOff x="9618" y="2173"/>
                <a:chExt cx="2218" cy="2308"/>
              </a:xfrm>
            </p:grpSpPr>
            <p:grpSp>
              <p:nvGrpSpPr>
                <p:cNvPr id="37" name="Group 36"/>
                <p:cNvGrpSpPr/>
                <p:nvPr/>
              </p:nvGrpSpPr>
              <p:grpSpPr>
                <a:xfrm>
                  <a:off x="10215" y="3099"/>
                  <a:ext cx="224" cy="1383"/>
                  <a:chOff x="10240" y="3038"/>
                  <a:chExt cx="224" cy="1402"/>
                </a:xfrm>
              </p:grpSpPr>
              <p:sp>
                <p:nvSpPr>
                  <p:cNvPr id="23" name="Diagonal Corners Snipped Rectangle 22"/>
                  <p:cNvSpPr/>
                  <p:nvPr/>
                </p:nvSpPr>
                <p:spPr>
                  <a:xfrm flipH="1">
                    <a:off x="10240" y="3038"/>
                    <a:ext cx="225" cy="1403"/>
                  </a:xfrm>
                  <a:prstGeom prst="snip2DiagRect">
                    <a:avLst>
                      <a:gd name="adj1" fmla="val 2222"/>
                      <a:gd name="adj2" fmla="val 50000"/>
                    </a:avLst>
                  </a:prstGeom>
                  <a:solidFill>
                    <a:schemeClr val="accent2">
                      <a:lumMod val="75000"/>
                    </a:schemeClr>
                  </a:solidFill>
                  <a:ln>
                    <a:solidFill>
                      <a:schemeClr val="accent2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endParaRPr lang="en-US"/>
                  </a:p>
                </p:txBody>
              </p:sp>
              <p:sp>
                <p:nvSpPr>
                  <p:cNvPr id="24" name="Oval 23"/>
                  <p:cNvSpPr/>
                  <p:nvPr/>
                </p:nvSpPr>
                <p:spPr>
                  <a:xfrm>
                    <a:off x="10283" y="3568"/>
                    <a:ext cx="140" cy="140"/>
                  </a:xfrm>
                  <a:prstGeom prst="ellipse">
                    <a:avLst/>
                  </a:prstGeom>
                  <a:solidFill>
                    <a:srgbClr val="F66234"/>
                  </a:solidFill>
                  <a:ln w="28575">
                    <a:solidFill>
                      <a:schemeClr val="accent2">
                        <a:lumMod val="50000"/>
                      </a:schemeClr>
                    </a:solidFill>
                  </a:ln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39" name="Group 38"/>
                <p:cNvGrpSpPr/>
                <p:nvPr/>
              </p:nvGrpSpPr>
              <p:grpSpPr>
                <a:xfrm>
                  <a:off x="9618" y="2173"/>
                  <a:ext cx="2219" cy="2308"/>
                  <a:chOff x="9618" y="2173"/>
                  <a:chExt cx="2219" cy="2308"/>
                </a:xfrm>
              </p:grpSpPr>
              <p:sp>
                <p:nvSpPr>
                  <p:cNvPr id="33" name="Rounded Rectangle 32"/>
                  <p:cNvSpPr/>
                  <p:nvPr/>
                </p:nvSpPr>
                <p:spPr>
                  <a:xfrm rot="18780000">
                    <a:off x="9234" y="2784"/>
                    <a:ext cx="1413" cy="190"/>
                  </a:xfrm>
                  <a:prstGeom prst="roundRect">
                    <a:avLst/>
                  </a:prstGeom>
                  <a:solidFill>
                    <a:schemeClr val="accent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endParaRPr lang="en-US"/>
                  </a:p>
                </p:txBody>
              </p:sp>
              <p:sp>
                <p:nvSpPr>
                  <p:cNvPr id="34" name="Rounded Rectangle 33"/>
                  <p:cNvSpPr/>
                  <p:nvPr/>
                </p:nvSpPr>
                <p:spPr>
                  <a:xfrm rot="2160000">
                    <a:off x="10133" y="2788"/>
                    <a:ext cx="1705" cy="190"/>
                  </a:xfrm>
                  <a:prstGeom prst="roundRect">
                    <a:avLst/>
                  </a:prstGeom>
                  <a:solidFill>
                    <a:schemeClr val="accent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endParaRPr lang="en-US"/>
                  </a:p>
                </p:txBody>
              </p:sp>
              <p:sp>
                <p:nvSpPr>
                  <p:cNvPr id="38" name="Round Single Corner Rectangle 37"/>
                  <p:cNvSpPr/>
                  <p:nvPr/>
                </p:nvSpPr>
                <p:spPr>
                  <a:xfrm rot="10800000">
                    <a:off x="9618" y="3159"/>
                    <a:ext cx="138" cy="1323"/>
                  </a:xfrm>
                  <a:prstGeom prst="round1Rect">
                    <a:avLst>
                      <a:gd name="adj" fmla="val 50000"/>
                    </a:avLst>
                  </a:prstGeom>
                  <a:solidFill>
                    <a:schemeClr val="accent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endParaRPr lang="en-US"/>
                  </a:p>
                </p:txBody>
              </p:sp>
            </p:grpSp>
          </p:grpSp>
        </p:grpSp>
      </p:grpSp>
    </p:spTree>
    <p:custDataLst>
      <p:tags r:id="rId2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WPS Presentation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9" baseType="lpstr">
      <vt:lpstr>Arial</vt:lpstr>
      <vt:lpstr>SimSun</vt:lpstr>
      <vt:lpstr>Wingdings</vt:lpstr>
      <vt:lpstr>Wingdings</vt:lpstr>
      <vt:lpstr>Microsoft YaHei</vt:lpstr>
      <vt:lpstr>Arial Unicode MS</vt:lpstr>
      <vt:lpstr>Calibri</vt:lpstr>
      <vt:lpstr>WPS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Blank Presentation</dc:title>
  <dc:creator>nooklyweb</dc:creator>
  <cp:lastModifiedBy>sean phoenix123</cp:lastModifiedBy>
  <cp:revision>5</cp:revision>
  <dcterms:created xsi:type="dcterms:W3CDTF">2026-08-09T19:49:00Z</dcterms:created>
  <dcterms:modified xsi:type="dcterms:W3CDTF">2026-08-10T16:24:25Z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1033-12.1.0.28032</vt:lpwstr>
  </property>
  <property fmtid="{D5CDD505-2E9C-101B-9397-08002B2CF9AE}" pid="3" name="ICV">
    <vt:lpwstr>816A40EE4BF245A195926D6E3CF6DDAA_11</vt:lpwstr>
  </property>
</Properties>
</file>