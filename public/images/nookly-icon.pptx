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86B"/>
    <a:srgbClr val="3535FF"/>
    <a:srgbClr val="FE8300"/>
    <a:srgbClr val="D35F01"/>
    <a:srgbClr val="0248D5"/>
    <a:srgbClr val="024AD6"/>
    <a:srgbClr val="FFFFFF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840" y="1397000"/>
            <a:ext cx="2032000" cy="2032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5648960" y="1296035"/>
            <a:ext cx="2029460" cy="2029460"/>
            <a:chOff x="8896" y="2041"/>
            <a:chExt cx="3196" cy="3196"/>
          </a:xfrm>
        </p:grpSpPr>
        <p:sp>
          <p:nvSpPr>
            <p:cNvPr id="5" name="Rounded Rectangle 4"/>
            <p:cNvSpPr/>
            <p:nvPr/>
          </p:nvSpPr>
          <p:spPr>
            <a:xfrm>
              <a:off x="8896" y="2041"/>
              <a:ext cx="3197" cy="3197"/>
            </a:xfrm>
            <a:prstGeom prst="roundRect">
              <a:avLst>
                <a:gd name="adj" fmla="val 27402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rgbClr val="024AD6"/>
              </a:solidFill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9274" y="2041"/>
              <a:ext cx="2819" cy="2799"/>
              <a:chOff x="9274" y="2041"/>
              <a:chExt cx="2819" cy="2799"/>
            </a:xfrm>
          </p:grpSpPr>
          <p:sp>
            <p:nvSpPr>
              <p:cNvPr id="6" name="Diagonal Corners Rounded Rectangle 5"/>
              <p:cNvSpPr/>
              <p:nvPr/>
            </p:nvSpPr>
            <p:spPr>
              <a:xfrm>
                <a:off x="9703" y="2041"/>
                <a:ext cx="2390" cy="2402"/>
              </a:xfrm>
              <a:prstGeom prst="round2DiagRect">
                <a:avLst>
                  <a:gd name="adj1" fmla="val 0"/>
                  <a:gd name="adj2" fmla="val 32217"/>
                </a:avLst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0">
                <a:srgbClr val="FFFFFF"/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>
                <a:off x="9274" y="2438"/>
                <a:ext cx="2568" cy="2402"/>
                <a:chOff x="9274" y="2438"/>
                <a:chExt cx="2568" cy="2402"/>
              </a:xfrm>
            </p:grpSpPr>
            <p:sp>
              <p:nvSpPr>
                <p:cNvPr id="16" name="Diagonal Corners Rounded Rectangle 15"/>
                <p:cNvSpPr/>
                <p:nvPr/>
              </p:nvSpPr>
              <p:spPr>
                <a:xfrm>
                  <a:off x="9274" y="2438"/>
                  <a:ext cx="2569" cy="2402"/>
                </a:xfrm>
                <a:prstGeom prst="round2DiagRect">
                  <a:avLst>
                    <a:gd name="adj1" fmla="val 19150"/>
                    <a:gd name="adj2" fmla="val 32217"/>
                  </a:avLst>
                </a:prstGeom>
                <a:solidFill>
                  <a:srgbClr val="1E386B"/>
                </a:solidFill>
                <a:ln>
                  <a:noFill/>
                </a:ln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grpSp>
              <p:nvGrpSpPr>
                <p:cNvPr id="17" name="Group 16"/>
                <p:cNvGrpSpPr/>
                <p:nvPr/>
              </p:nvGrpSpPr>
              <p:grpSpPr>
                <a:xfrm>
                  <a:off x="9604" y="2753"/>
                  <a:ext cx="1948" cy="1690"/>
                  <a:chOff x="9604" y="2753"/>
                  <a:chExt cx="1948" cy="1690"/>
                </a:xfrm>
              </p:grpSpPr>
              <p:sp>
                <p:nvSpPr>
                  <p:cNvPr id="11" name="Rectangle 10"/>
                  <p:cNvSpPr/>
                  <p:nvPr/>
                </p:nvSpPr>
                <p:spPr>
                  <a:xfrm>
                    <a:off x="9604" y="2753"/>
                    <a:ext cx="528" cy="1690"/>
                  </a:xfrm>
                  <a:prstGeom prst="rect">
                    <a:avLst/>
                  </a:prstGeom>
                  <a:solidFill>
                    <a:srgbClr val="FE8300"/>
                  </a:solidFill>
                  <a:ln>
                    <a:noFill/>
                  </a:ln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11024" y="2753"/>
                    <a:ext cx="528" cy="1690"/>
                  </a:xfrm>
                  <a:prstGeom prst="rect">
                    <a:avLst/>
                  </a:prstGeom>
                  <a:solidFill>
                    <a:srgbClr val="FE8300"/>
                  </a:solidFill>
                  <a:ln>
                    <a:noFill/>
                  </a:ln>
                </p:spPr>
                <p:style>
                  <a:lnRef idx="0">
                    <a:srgbClr val="FFFFFF"/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14" name="Diagonal Corners Snipped Rectangle 13"/>
                  <p:cNvSpPr/>
                  <p:nvPr/>
                </p:nvSpPr>
                <p:spPr>
                  <a:xfrm>
                    <a:off x="10353" y="2988"/>
                    <a:ext cx="451" cy="1220"/>
                  </a:xfrm>
                  <a:prstGeom prst="snip2DiagRect">
                    <a:avLst>
                      <a:gd name="adj1" fmla="val 0"/>
                      <a:gd name="adj2" fmla="val 50000"/>
                    </a:avLst>
                  </a:prstGeom>
                  <a:solidFill>
                    <a:srgbClr val="FE83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</p:grpSp>
        </p:grpSp>
      </p:grp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nooklyweb</dc:creator>
  <cp:lastModifiedBy>sean phoenix123</cp:lastModifiedBy>
  <cp:revision>1</cp:revision>
  <dcterms:created xsi:type="dcterms:W3CDTF">2026-08-09T19:49:53Z</dcterms:created>
  <dcterms:modified xsi:type="dcterms:W3CDTF">2026-08-09T19:49:53Z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816A40EE4BF245A195926D6E3CF6DDAA_11</vt:lpwstr>
  </property>
</Properties>
</file>